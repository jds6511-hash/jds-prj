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지금까지 (자막만)</c:v>
                </c:pt>
              </c:strCache>
            </c:strRef>
          </c:tx>
          <c:spPr>
            <a:solidFill>
              <a:srgbClr val="6B7C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말 위주 질문</c:v>
                  </c:pt>
                  <c:pt idx="1">
                    <c:v>화면 위주 질문</c:v>
                  </c:pt>
                  <c:pt idx="2">
                    <c:v>둘 다</c:v>
                  </c:pt>
                  <c:pt idx="3">
                    <c:v>전체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0.958</c:v>
                </c:pt>
                <c:pt idx="1">
                  <c:v>0.174</c:v>
                </c:pt>
                <c:pt idx="2">
                  <c:v>0.825</c:v>
                </c:pt>
                <c:pt idx="3">
                  <c:v>0.649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본 연구 (자막+화면)</c:v>
                </c:pt>
              </c:strCache>
            </c:strRef>
          </c:tx>
          <c:spPr>
            <a:solidFill>
              <a:srgbClr val="18B7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말 위주 질문</c:v>
                  </c:pt>
                  <c:pt idx="1">
                    <c:v>화면 위주 질문</c:v>
                  </c:pt>
                  <c:pt idx="2">
                    <c:v>둘 다</c:v>
                  </c:pt>
                  <c:pt idx="3">
                    <c:v>전체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0.718</c:v>
                </c:pt>
                <c:pt idx="2">
                  <c:v>0.887</c:v>
                </c:pt>
                <c:pt idx="3">
                  <c:v>0.829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8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1E2A38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solidFill>
      <a:srgbClr val="F5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48840"/>
            <a:ext cx="822960" cy="82296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영상에서 원하는 장면,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찾기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6868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자막만 검색하면 놓치는 장면을, </a:t>
            </a:r>
            <a:pPr indent="0" marL="0">
              <a:buNone/>
            </a:pPr>
            <a:r>
              <a:rPr lang="en-US" sz="17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설명을 더해</a:t>
            </a:r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찾아냅니다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중간발표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영상에서 '그 장면'을 어떻게 찾을까?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장면 검색 · 중간발표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 </a:t>
            </a:r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30분짜리 요리 영상에서 '새우 굽는 장면'만 다시 보고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82296" cy="3566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— 자막만으로 검색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화면에는 나오지만 아무도 말하지 않은 장면은 못 찾는다</a:t>
            </a:r>
            <a:endParaRPr lang="en-US" sz="135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조용히 새우 굽는 장면, 마트 진열대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검색의 약 1/3이 이런 '보여주기만 한' 장면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결국 사람이 영상을 직접 돌려봐야 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48840"/>
            <a:ext cx="82296" cy="356616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연구 — 화면 설명을 더한다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각 장면을 보고 '무엇이 보이는지' 한 문장으로 기록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것(자막) + 보이는 것(설명)을 함께 검색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말없이 보여주기만 한 장면도 찾을 수 있다</a:t>
            </a:r>
            <a:endParaRPr lang="en-US" sz="135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덤: 영상 전체를 요약한 리포트도 자동 생성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아이디어: 말한 것 + 보이는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장면 검색 · 중간발표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장면을 두 가지 글로 표현해 두고, 질문과 가장 비슷한 장면을 찾는다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3566160" cy="54864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말한 내용을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인식으로 받아쓰기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5112" y="219456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5112" y="2194560"/>
            <a:ext cx="3566160" cy="54864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4" name="Text 12"/>
          <p:cNvSpPr/>
          <p:nvPr/>
        </p:nvSpPr>
        <p:spPr>
          <a:xfrm>
            <a:off x="4325112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것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07992" y="29260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화면을 보고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설명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19456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2194560"/>
            <a:ext cx="3566160" cy="54864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84464" y="29260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검색어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입력한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찾고 싶은 장면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109960" cy="9144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846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 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학습시키지 않고 공개된 무료 AI 모델만 조합 — </a:t>
            </a:r>
            <a:pPr algn="l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GPU(6GB) 한 대에서 동작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방식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동작하나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장면 검색 · 중간발표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하나를 넣으면, 4단계를 거쳐 원하는 장면의 시각을 돌려준다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85900" y="2514600"/>
            <a:ext cx="731520" cy="7315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0" name="Text 8"/>
          <p:cNvSpPr/>
          <p:nvPr/>
        </p:nvSpPr>
        <p:spPr>
          <a:xfrm>
            <a:off x="148590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B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영상을 조각낸다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5800" y="3721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5초 단위로 나눠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단위를 만든다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36392" y="224028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B7A6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19856" y="224028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57116" y="2514600"/>
            <a:ext cx="731520" cy="7315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6" name="Text 14"/>
          <p:cNvSpPr/>
          <p:nvPr/>
        </p:nvSpPr>
        <p:spPr>
          <a:xfrm>
            <a:off x="4357116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B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19856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 바꾼다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557016" y="3721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조각마다 말한 것(자막)과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것(설명)을 기록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07608" y="224028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B7A6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91072" y="224028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8332" y="2514600"/>
            <a:ext cx="731520" cy="7315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2" name="Text 20"/>
          <p:cNvSpPr/>
          <p:nvPr/>
        </p:nvSpPr>
        <p:spPr>
          <a:xfrm>
            <a:off x="7228332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B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91072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비교한다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28232" y="3721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각 조각이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비슷한지 계산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78824" y="2240280"/>
            <a:ext cx="3017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B7A6"/>
                </a:solidFill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62288" y="224028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99548" y="2514600"/>
            <a:ext cx="731520" cy="7315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8" name="Text 26"/>
          <p:cNvSpPr/>
          <p:nvPr/>
        </p:nvSpPr>
        <p:spPr>
          <a:xfrm>
            <a:off x="10099548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B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162288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장면을 돌려준다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299448" y="3721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비슷한 순서로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'몇 분 몇 초'와 함께 제시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109960" cy="91440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사용한 공개 모델   </a:t>
            </a:r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인식 Whisper   ·   화면 설명 Qwen2.5-VL   ·   유사도 비교 KURE</a:t>
            </a:r>
            <a:pPr indent="0" marL="0">
              <a:buNone/>
            </a:pPr>
            <a:r>
              <a:rPr lang="en-US" sz="13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— 전부 무료·오픈소스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방법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성능을 쟀나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장면 검색 · 중간발표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45920"/>
            <a:ext cx="82296" cy="393192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문제지 만들기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7개 · 질문 135개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사람이 화면을 직접 보고 표시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 글자를 믿지 않고 프레임 실물로 확인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세 종류로 나눠 집계: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찾는 것 / 화면으로 찾는 것 / 둘 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45920"/>
            <a:ext cx="82296" cy="393192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공정하게 채점하기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29400" y="23317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연습용 영상과 채점용 영상을 분리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설정은 연습용에서만 맞춘다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설정을 확정한 뒤, 채점용 39문항으로 딱 한 번 평가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시험 문제를 미리 보고 맞추는 일이 없음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4617720"/>
            <a:ext cx="5394960" cy="96012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617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읽는 법   </a:t>
            </a:r>
            <a:pPr algn="l"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 위에 보여줄수록 높은 점수 (1점 만점)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검색 정확도가 크게 올랐다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장면 검색 · 중간발표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5204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정확도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  </a:t>
            </a:r>
            <a:pPr algn="ctr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0.83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확실히 좋아짐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204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1783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결과가 정답일 확률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1945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0.56  </a:t>
            </a:r>
            <a:pPr algn="ctr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0.77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9768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확실히 좋아짐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204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1783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보여주기만 한 장면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21945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  </a:t>
            </a:r>
            <a:pPr algn="ctr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0.72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개선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749040"/>
          <a:ext cx="11109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61447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채점용 39문항 기준. 작은 규모라 일부 지표는 '확실히 좋아졌다'까지만 말하고 과장하지 않음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결과가 의미하는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장면 검색 · 중간발표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109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82296" cy="132588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65376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찾던 장면을 찾는다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1865376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자막만으로는 원리상 찾을 수 없던 '보여주기만 한 장면'(전체 질문의 1/3)을 이제 찾아낸다. 0.17 → 0.72로 가장 크게 좋아진 부분.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109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246120"/>
            <a:ext cx="82296" cy="13258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74136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잘하던 것을 안 망친다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3374136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자막이 이미 잘 찾던 질문도 거의 그대로 유지된다(0.96 → 0.88). 화면 설명을 더해도 손해가 거의 없는 '균형점'을 찾았다는 것이 핵심.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109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754880"/>
            <a:ext cx="82296" cy="132588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882896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우연이 아니다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4882896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여행·요리·홍보·테크 4개 영상 모두 비슷하게 좋아졌다. 특정 영상에서만 잘 되는 것이 아니라 고르게 통한다.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솔직한 한계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장면 검색 · 중간발표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써 보며 찾아낸 약점 — 원인과 해결책까지 확인했다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2121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뜻, 다른 단어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'초밥'으로 검색하면 화면 설명이 '스시'인 장면을 놓칠 수 있다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해결: 검색어에 비슷한 말을 함께 넣어주면 복구됨(확인함)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2121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말했지만 안 보이는 것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자막엔 '다진 마늘'이 있어도 마늘 다지는 장면 자체는 없을 때 헷갈린다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해결: 화면으로 다시 확인하는 단계 추가 (더 큰 모델 필요)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109960" cy="105156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617720"/>
            <a:ext cx="82296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177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정직성   </a:t>
            </a:r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규모가 작아(39문항) 결과를 부풀리지 않았고, 틀린 사례도 숨기지 않고 그대로 공개한다.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기능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덤: 영상 요약 리포트 자동 생성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장면 검색 · 중간발표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검색 기능을 재활용해, 영상 전체를 요약한 보고서를 자동으로 만든다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82296" cy="237744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04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만드나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내용을 정리한 요약 리포트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문장에 출처(몇 분 몇 초)를 붙인다</a:t>
            </a:r>
            <a:endParaRPr lang="en-US" sz="13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근거 없이 지어내는 것을 방지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48840"/>
            <a:ext cx="82296" cy="237744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304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품질을 어떻게 믿나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29400" y="278892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검사기가 두 가지를 점검: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내용을 빠뜨렸나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내용을 지어냈나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리포트를 쓴 AI와 다른 AI가 검사(제 자랑 방지)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109960" cy="100584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663440"/>
            <a:ext cx="82296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6634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상태   </a:t>
            </a:r>
            <a:pPr indent="0" marL="0">
              <a:buNone/>
            </a:pPr>
            <a:r>
              <a:rPr lang="en-US" sz="13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설계·구현·기본 검증 완료. 큰 모델 실행은 서버 GPU 확보를 기다리는 중.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822960" cy="82296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설명을 더해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찾던 장면(전체의 1/3)을 찾으면서,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기존 강점은 지켰다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수치를 좇기보다, 작은 규모에서도 믿을 수 있게 '주장한 것만 정확히' 검증했다.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B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 → 0.83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5303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검색 정확도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B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 → 0.72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4840" y="5303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보여주기만 한 장면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01000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B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6GB GPU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001000" y="5303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PC 수준에서 동작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0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영상에서 원하는 장면, 말로 찾기 (중간발표)</dc:title>
  <dc:subject>PptxGenJS Presentation</dc:subject>
  <dc:creator>PptxGenJS</dc:creator>
  <cp:lastModifiedBy>PptxGenJS</cp:lastModifiedBy>
  <cp:revision>1</cp:revision>
  <dcterms:created xsi:type="dcterms:W3CDTF">2026-07-14T05:45:58Z</dcterms:created>
  <dcterms:modified xsi:type="dcterms:W3CDTF">2026-07-14T05:45:58Z</dcterms:modified>
</cp:coreProperties>
</file>